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40480" y="640080"/>
            <a:ext cx="4507992" cy="384048"/>
          </a:xfrm>
          <a:prstGeom prst="roundRect">
            <a:avLst/>
          </a:prstGeom>
          <a:solidFill>
            <a:srgbClr val="E0F2FE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284C7"/>
                </a:solidFill>
              </a:defRPr>
            </a:pPr>
            <a:r>
              <a:t>OPERATING SYSTEMS PROJECT REVIEW (CSE)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6015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0F172A"/>
                </a:solidFill>
              </a:defRPr>
            </a:pPr>
            <a:r>
              <a:t>Mini-Container Runtime</a:t>
            </a:r>
          </a:p>
          <a:p>
            <a:pPr algn="ctr">
              <a:spcBef>
                <a:spcPts val="600"/>
              </a:spcBef>
              <a:defRPr sz="1500">
                <a:solidFill>
                  <a:srgbClr val="475569"/>
                </a:solidFill>
              </a:defRPr>
            </a:pPr>
            <a:r>
              <a:t>A Lightweight Linux Container Virtualization Engine Built from Scratch in C99</a:t>
            </a:r>
            <a:br/>
            <a:r>
              <a:t>Utilizing Linux Namespaces, Unified Cgroups v2, and VFS Sandboxing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0" y="3154680"/>
            <a:ext cx="3840480" cy="2194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t>TEAM MEMBER 1</a:t>
            </a:r>
          </a:p>
          <a:p>
            <a:pPr>
              <a:defRPr sz="1900" b="1">
                <a:solidFill>
                  <a:srgbClr val="0F172A"/>
                </a:solidFill>
              </a:defRPr>
            </a:pPr>
            <a:r>
              <a:t>Tharakesha M</a:t>
            </a:r>
          </a:p>
          <a:p>
            <a:pPr>
              <a:spcBef>
                <a:spcPts val="400"/>
              </a:spcBef>
              <a:defRPr sz="1100">
                <a:solidFill>
                  <a:srgbClr val="475569"/>
                </a:solidFill>
              </a:defRPr>
            </a:pPr>
            <a:r>
              <a:t>Register No: 24BCE2538</a:t>
            </a:r>
            <a:br/>
            <a:r>
              <a:t>B.Tech Computer Science &amp; Engineering</a:t>
            </a:r>
            <a:br/>
            <a:r>
              <a:t>Core Focus: Namespaces &amp; Cgroups Subsystem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3154680"/>
            <a:ext cx="3840480" cy="2194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4F46E5"/>
                </a:solidFill>
              </a:defRPr>
            </a:pPr>
            <a:r>
              <a:t>TEAM MEMBER 2</a:t>
            </a:r>
          </a:p>
          <a:p>
            <a:pPr>
              <a:defRPr sz="1900" b="1">
                <a:solidFill>
                  <a:srgbClr val="0F172A"/>
                </a:solidFill>
              </a:defRPr>
            </a:pPr>
            <a:r>
              <a:t>Mathu Metha S</a:t>
            </a:r>
          </a:p>
          <a:p>
            <a:pPr>
              <a:spcBef>
                <a:spcPts val="400"/>
              </a:spcBef>
              <a:defRPr sz="1100">
                <a:solidFill>
                  <a:srgbClr val="475569"/>
                </a:solidFill>
              </a:defRPr>
            </a:pPr>
            <a:r>
              <a:t>Register No: 24BCE2805</a:t>
            </a:r>
            <a:br/>
            <a:r>
              <a:t>B.Tech Computer Science &amp; Engineering</a:t>
            </a:r>
            <a:br/>
            <a:r>
              <a:t>Core Focus: Concurrency, Semaphores &amp; Testing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01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284C7"/>
                </a:solidFill>
              </a:defRPr>
            </a:pPr>
            <a:r>
              <a:t>GitHub Repository: https://github.com/THARAKESHA/mini-container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BACKGROUND &amp; CONTEXT  |  SLIDE 2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Introduction &amp; The Rise of Containerization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698480" cy="27432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572768"/>
            <a:ext cx="5084064" cy="73152"/>
          </a:xfrm>
          <a:prstGeom prst="round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19072"/>
            <a:ext cx="4718304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284C7"/>
                </a:solidFill>
              </a:defRPr>
            </a:pPr>
            <a:r>
              <a:t>The Evolution of Cloud Compute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Monolithic Deployment: Traditional applications ran directly on bare metal, leading to dependency conflicts ('dependency hell').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Hardware Virtualization: Introduced Hypervisors (VMware, KVM) to run multiple OS instances, but at high hardware overhead.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Container Revolution: Docker and Kubernetes replaced heavy VMs with lightweight, isolated application environments.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The Modern Cloud Standard: Over 90% of production enterprise systems rely on container runtimes (runc, containerd).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Engineering Challenge: How does the underlying operating system kernel isolate processes without hardware hypervisors?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572768"/>
            <a:ext cx="5084064" cy="73152"/>
          </a:xfrm>
          <a:prstGeom prst="round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719072"/>
            <a:ext cx="4718304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4F46E5"/>
                </a:solidFill>
              </a:defRPr>
            </a:pPr>
            <a:r>
              <a:t>Project Purpose: Demystifying Containers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The 'Black Box' Problem: Developers treat Docker as magic without understanding POSIX system calls or kernel data structures.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Zero-Dependency Engineering: We build an entire container execution runtime strictly from scratch in C99.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Native Linux Kernel Primitives: We invoke Linux Namespaces, Unified Cgroups v2, and VFS manipulation directly.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Academic Rigor: Explicitly models all five core Course Outcomes (CO: 1 to CO: 5) from the Operating Systems syllabus.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Real-World Value: Demonstrates production-grade systems engineering applicable to high-performance systems and DevOps.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COMPARATIVE ANALYSIS  |  SLIDE 3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Problem Statement: Containers vs. Virtual Machines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698480" cy="27432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37490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572768"/>
            <a:ext cx="5084064" cy="73152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19072"/>
            <a:ext cx="4718304" cy="3474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D97706"/>
                </a:solidFill>
              </a:defRPr>
            </a:pPr>
            <a:r>
              <a:t>Traditional Virtual Machines (Hypervisors)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Virtualizes the hardware layer using hypervisors (Type-1/Type-2).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Requires a separate, redundant guest OS kernel per instance.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High memory footprint (1 - 4 GB) and slow boot latency (30 - 60s).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Incurs hardware emulation translation penalties and CPU traps.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Rigid, coarse-grained hardware resource partitioning.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120640" cy="37490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572768"/>
            <a:ext cx="5084064" cy="7315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719072"/>
            <a:ext cx="4718304" cy="3474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</a:defRPr>
            </a:pPr>
            <a:r>
              <a:t>OS-Level Containers (mini-container in C)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Shares the single underlying host Linux kernel with zero emulation.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Containers are regular OS processes wrapped in kernel boundaries.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Sub-second boot times (10-20ms) and minimal RAM overhead (&lt; 5MB).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Near-native bare-metal execution performance with hardware quotas.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Fine-grained dynamic control via modern Linux Cgroups v2.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486400"/>
            <a:ext cx="106070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t>EFFICIENCY COMPARISON BENCHMARK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Boot Latency: VM (45,000 ms) vs. Container (15 ms)  |  Memory Overhead: VM (~1500 MB) vs. Container (&lt; 5 MB)  |  CPU Overhead: ~0.1%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LITERATURE SURVEY  |  SLIDE 4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Literature Survey &amp; Container Runtimes Landscape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698480" cy="27432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554480"/>
          <a:ext cx="106984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743200"/>
                <a:gridCol w="2926080"/>
                <a:gridCol w="2743200"/>
              </a:tblGrid>
              <a:tr h="9144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Technology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Isolation Mechanism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Language &amp; Dependencies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Primary Use Case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Docker (runc)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Namespaces + Cgroups v1/v2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Go (Heavy daemon, containerd)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Enterprise Cloud Containers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LXC / LXD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Linux Namespaces + AppArmor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C / Go (System containers)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Full OS System Containers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QEMU / KVM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Hardware Hypervisor (VT-x)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C / Assembly (Guest kernel required)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Full Hardware Virtualization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mini-container (Ours)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Namespaces + Unified Cgroups v2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Pure C99 (Zero third-party libraries)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Educational Systems Research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SYLLABUS MATRIX  |  SLIDE 5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Course Outcomes (CO: 1 to CO: 5) Alignment Matrix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698480" cy="27432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554480"/>
          <a:ext cx="1069848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14800"/>
                <a:gridCol w="3657600"/>
              </a:tblGrid>
              <a:tr h="7772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Course Outcome (CO)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Syllabus Topics Covered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Implementation Mechanism in C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CO: 1 OS Principles &amp; Processes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System calls, User/Kernel modes, PCB, Process creation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clone() with isolated stack, waitpid(), custom PCB handling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CO: 2 CPU Scheduling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CFS quotas, Preemption, Proportional Fair Share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cgroups cpu.max (40% quota) &amp; cpu.weight (4:1 contest)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CO: 3 Concurrency &amp; IPC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Synchronization primitives, Semaphores, Shared Memory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POSIX sem_t (mutex, empty, full) &amp; mmap ring buffer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CO: 4 Memory Management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Virtual memory, Demand paging, Page faults, OOM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cgroups memory.max, pgfault tracking (7,705 faults), SIGKILL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CO: 5 Virtualization &amp; Filesystems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Container virtualization, Mount propagation, VFS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Namespaces (PID, UTS, Mount, IPC), chroot(), private /proc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SYSTEM ARCHITECTURE  |  SLIDE 6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System Architecture: Layered Kernel Abstractions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698480" cy="27432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572768"/>
            <a:ext cx="5084064" cy="73152"/>
          </a:xfrm>
          <a:prstGeom prst="round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19072"/>
            <a:ext cx="4718304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284C7"/>
                </a:solidFill>
              </a:defRPr>
            </a:pPr>
            <a:r>
              <a:t>Host vs. Container Abstraction Layers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User Space Layer (CLI): minicontainer CLI parses commands and parameters (--memory, --cpu, --pids, --hostname, --rootfs).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Host Process Orchestrator: Allocates 1MB stack, sets up sync_pipe, and coordinates child lifecycles with waitpid().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Linux Kernel Subsystem Boundary: clone() syscall creates isolated namespaces; /sys/fs/cgroup/ attaches resource caps.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Container Sandbox Layer: Child executes as PID 1, completely partitioned from host visibility.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Virtual File System Layer: Isolated rootfs (Alpine Linux) with private /proc pseudo-filesystem.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572768"/>
            <a:ext cx="5084064" cy="73152"/>
          </a:xfrm>
          <a:prstGeom prst="round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719072"/>
            <a:ext cx="4718304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4F46E5"/>
                </a:solidFill>
              </a:defRPr>
            </a:pPr>
            <a:r>
              <a:t>Key Kernel Interfaces Utilized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sched.h (clone): Bitwise namespace creation flags (CLONE_NEWPID, CLONE_NEWUTS, CLONE_NEWNS, CLONE_NEWIPC).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sys/mount.h: VFS mount isolation and MS_PRIVATE propagation.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unistd.h (chroot): Root directory confinement.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sys/fs/cgroup: Linux unified cgroup v2 controller interface.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semaphore.h &amp; sys/mman.h: Concurrency synchronization and anonymous shared memory.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PROCESS LIFECYCLE FLOW  |  SLIDE 7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Execution Lifecycle: Coordinated Process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698480" cy="27432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572768"/>
            <a:ext cx="5084064" cy="73152"/>
          </a:xfrm>
          <a:prstGeom prst="round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19072"/>
            <a:ext cx="4718304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284C7"/>
                </a:solidFill>
              </a:defRPr>
            </a:pPr>
            <a:r>
              <a:t>Step-by-Step Execution Sequence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1. CLI Parsing: User inputs resource bounds and command.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2. Child Stack Allocation: malloc(1MB) provides stack space.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3. POSIX Sync Pipe: pipe(sync_pipe) opened as synchronization barrier.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4. clone() Syscall: Dispatches child into new namespaces.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5. Cgroups Attachment: Parent writes child PID to cgroup.procs.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6. Controller Envelopes: Sets memory.max, cpu.max, pids.max.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7. Handshake Signal: Parent writes 'G' byte to unblock child.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8. Sandbox Execution: Child sets hostname, chroot(), execvp().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9. Post-Execution Accounting: Reads memory.stat, logs page faults.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572768"/>
            <a:ext cx="5084064" cy="7315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719072"/>
            <a:ext cx="4718304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</a:defRPr>
            </a:pPr>
            <a:r>
              <a:t>Process State Machine &amp; Safety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State 1: CREATED -&gt; Child spawned via clone() but paused.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State 2: BOUND -&gt; Parent completes cgroup configuration.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State 3: JAILED -&gt; Child unblocked; executes chroot() &amp; mounts.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State 4: RUNNING -&gt; execvp() overwrites address space (PID 1).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State 5: TERMINATED -&gt; Normal exit or OOM Killer SIGKILL.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State 6: RECLAIMED -&gt; Parent waitpid() catches status, rmdir(cgroup).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KERNEL NAMESPACES  |  SLIDE 8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Core Subsystem 1: Linux Namespaces (Visibility)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698480" cy="27432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572768"/>
            <a:ext cx="5084064" cy="73152"/>
          </a:xfrm>
          <a:prstGeom prst="round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19072"/>
            <a:ext cx="471830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284C7"/>
                </a:solidFill>
              </a:defRPr>
            </a:pPr>
            <a:r>
              <a:t>PID Namespace (CLONE_NEWPID)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Virtualizes the process ID hierarchy.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Container payload becomes PID 1 inside the container.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Host processes (47 active) are completely invisible.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Signals (SIGKILL/SIGSTOP) from container cannot reach host.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12064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572768"/>
            <a:ext cx="5084064" cy="73152"/>
          </a:xfrm>
          <a:prstGeom prst="round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719072"/>
            <a:ext cx="471830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4F46E5"/>
                </a:solidFill>
              </a:defRPr>
            </a:pPr>
            <a:r>
              <a:t>UTS Namespace (CLONE_NEWUTS)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Isolates nodename (hostname) and NIS domain name.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Allows container to execute sethostname('isolated-box').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Host OS hostname remains untouched as 'Tharakesha'.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Prevents multi-tenant hostname collisions.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512064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9808" y="3995927"/>
            <a:ext cx="5084064" cy="7315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4142231"/>
            <a:ext cx="471830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</a:defRPr>
            </a:pPr>
            <a:r>
              <a:t>Mount Namespace (CLONE_NEWNS)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Decouples the Virtual File System (VFS) mount table.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Enforces MS_PRIVATE mount propagation.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Mounting private /proc does not alter host /proc.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Provides isolated storage views.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12064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36208" y="3995927"/>
            <a:ext cx="5084064" cy="73152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4142231"/>
            <a:ext cx="471830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D97706"/>
                </a:solidFill>
              </a:defRPr>
            </a:pPr>
            <a:r>
              <a:t>IPC Namespace (CLONE_NEWIPC)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Isolates System V IPC and POSIX message queues.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Shared memory segments and semaphores are private.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Prevents cross-container data snooping.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Essential for multi-tenant container security.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RESOURCE CONTROL  |  SLIDE 9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Core Subsystem 2: Unified Cgroups v2 (Resource Envelopes)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698480" cy="27432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572768"/>
            <a:ext cx="5084064" cy="73152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19072"/>
            <a:ext cx="471830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D97706"/>
                </a:solidFill>
              </a:defRPr>
            </a:pPr>
            <a:r>
              <a:t>Memory Ceiling (memory.max)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Defines hard byte threshold on physical DRAM (e.g., 30MB).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Sets memory.swap.max = 0 to prevent paging to disk.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Forces kernel Out-Of-Memory (OOM) Killer intervention.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Protects host from memory exhaustion.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12064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572768"/>
            <a:ext cx="5084064" cy="73152"/>
          </a:xfrm>
          <a:prstGeom prst="round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719072"/>
            <a:ext cx="471830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284C7"/>
                </a:solidFill>
              </a:defRPr>
            </a:pPr>
            <a:r>
              <a:t>CPU Bandwidth Quota (cpu.max)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CFS Bandwidth Control: quota period (e.g. 40000 100000).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Limits container compute to deterministic 40% bandwidth.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Scheduler removes task from runqueue when quota spent.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Prevents runaway threads from starving host CPU.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512064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9808" y="3995927"/>
            <a:ext cx="5084064" cy="73152"/>
          </a:xfrm>
          <a:prstGeom prst="round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4142231"/>
            <a:ext cx="471830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4F46E5"/>
                </a:solidFill>
              </a:defRPr>
            </a:pPr>
            <a:r>
              <a:t>Proportional Share (cpu.weight)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Weighted fair queuing for concurrent workloads (1 - 10000).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Weights 800 vs 200 allocate 80% and 20% on Core 0.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Empirically validated exact 4.02 : 1 execution ratio.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Work-conserving CPU scheduling.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12064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36208" y="3995927"/>
            <a:ext cx="5084064" cy="7315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4142231"/>
            <a:ext cx="471830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</a:defRPr>
            </a:pPr>
            <a:r>
              <a:t>Process Count Cap (pids.max)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Imposes ceiling on total concurrent tasks (threads &amp; processes).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Setting pids.max = 10 blocks fork bomb denial-of-service.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10th fork() fails immediately with errno 11 (EAGAIN).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Preserves host Process Control Block (PCB) table.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FILESYSTEM ISOLATION  |  SLIDE 10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Core Subsystem 3: Filesystem Sandboxing &amp; VFS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698480" cy="27432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572768"/>
            <a:ext cx="5084064" cy="73152"/>
          </a:xfrm>
          <a:prstGeom prst="round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19072"/>
            <a:ext cx="4718304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284C7"/>
                </a:solidFill>
              </a:defRPr>
            </a:pPr>
            <a:r>
              <a:t>Root Filesystem Jailing (chroot)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Confines the process to a self-contained directory tree (./rootfs).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Leverages official Alpine Linux minirootfs (~3.5MB compressed).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Provides full POSIX userland utilities (/bin/sh, /bin/ls, /bin/ps).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chroot(rootfs) resets apparent root directory (/) to container directory.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Prevents directory traversal above the container boundary.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Containerized programs cannot access host files, Windows drives, or WSL system directories.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572768"/>
            <a:ext cx="5084064" cy="7315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719072"/>
            <a:ext cx="4718304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</a:defRPr>
            </a:pPr>
            <a:r>
              <a:t>Private /proc VFS Mount Isolation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The Linux /proc directory is a kernel-generated pseudo-filesystem containing active process status.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Without private /proc, running ps aux inside a container would still expose all host processes!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Our runtime enforces mount(NULL, '/', NULL, MS_REC | MS_PRIVATE, NULL) to isolate mount propagation.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Mounts fresh procfs inside container: mount('proc', '/proc', 'proc', 0, NULL).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Result: ps aux inside the container displays only PID 1 (/bin/sh) and PID 2 (ps aux).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CONCURRENCY PRIMITIVES  |  SLIDE 11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Classical Concurrency: Producer-Consumer with Semaphores (CO: 3)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698480" cy="27432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572768"/>
            <a:ext cx="5084064" cy="73152"/>
          </a:xfrm>
          <a:prstGeom prst="round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19072"/>
            <a:ext cx="4718304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4F46E5"/>
                </a:solidFill>
              </a:defRPr>
            </a:pPr>
            <a:r>
              <a:t>Bounded-Buffer Synchronization Model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Implements the classic Bounded-Buffer Concurrency Problem across container processes.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Binary Semaphore (mutex): Initialized to 1; enforces mutual exclusion for the critical section.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Counting Semaphore (empty_slots): Initialized to buffer capacity (N = 5).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Counting Semaphore (full_slots): Initialized to 0 items available.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Shared Memory (mmap): Allocated via MAP_SHARED | MAP_ANONYMOUS across fork().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Zero Race Conditions: 10 items produced and consumed with zero race conditions or buffer corruption.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572768"/>
            <a:ext cx="5084064" cy="73152"/>
          </a:xfrm>
          <a:prstGeom prst="round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719072"/>
            <a:ext cx="4718304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284C7"/>
                </a:solidFill>
              </a:defRPr>
            </a:pPr>
            <a:r>
              <a:t>Parent-Child IPC Pipe Synchronization Barrier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The Race Condition Hazard: Cloned child could execute payload before parent finishes writing cgroup limits.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The POSIX Pipe Solution: Parent and child share a unidirectional sync_pipe[2].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Child Execution: Calls read(sync_pipe[0]) and immediately BLOCKS.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Parent Execution: Completes cgroup setup, then writes single trigger byte 'G'.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Unblocking: Child receives byte, closes pipe, and proceeds safely to execvp().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Guarantees deterministic, race-free resource limits from microsecond zero.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MEMORY MANAGEMENT  |  SLIDE 12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Virtual Memory: Demand Paging &amp; OOM Killer (CO: 4)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698480" cy="27432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572768"/>
            <a:ext cx="5084064" cy="73152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19072"/>
            <a:ext cx="4718304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D97706"/>
                </a:solidFill>
              </a:defRPr>
            </a:pPr>
            <a:r>
              <a:t>Demand Paging &amp; Page Fault Accounting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Optimistic Memory Allocation: malloc() reserves virtual address space without allocating physical DRAM frames.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Demand Paging Traps: When memset() accesses pages, the CPU MMU triggers Page Faults to map physical frames.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Kernel Metric Tracking: Reads /sys/fs/cgroup/.../memory.stat upon container conclusion.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Minor Page Faults Recorded: Exactly 7,705 Minor Page Faults logged during 30MB allocation.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Major Page Faults: Exactly 1; proves zero disk thrashing occurred.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Empirical Proof: Directly proves demand paging mechanisms in the operating system kernel.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572768"/>
            <a:ext cx="5084064" cy="73152"/>
          </a:xfrm>
          <a:prstGeom prst="round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719072"/>
            <a:ext cx="4718304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284C7"/>
                </a:solidFill>
              </a:defRPr>
            </a:pPr>
            <a:r>
              <a:t>Kernel Out-Of-Memory (OOM) Killer Intervention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Resource Constraint: Container configured with strict 30MB memory ceiling (memory.max = 31457280).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Swap Disabled: memory.swap.max = 0 forces immediate physical memory enforcement.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Stress Workload: test_memory attempts to allocate 60MB in 5MB steps.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Kernel Intervention: At 30MB, the Linux kernel Out-Of-Memory Killer steps in.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Signal Dispatch: Sends uncatchable SIGKILL (signal 9) to terminate the container.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Parent Detection: WIFSIGNALED(status) detects SIGKILL and reports clean diagnostic.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CPU SCHEDULING  |  SLIDE 13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CPU Scheduling: CFS Quotas &amp; Fair-Share Contest (CO: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698480" cy="27432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572768"/>
            <a:ext cx="5084064" cy="73152"/>
          </a:xfrm>
          <a:prstGeom prst="round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19072"/>
            <a:ext cx="4718304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284C7"/>
                </a:solidFill>
              </a:defRPr>
            </a:pPr>
            <a:r>
              <a:t>CFS Bandwidth Quota Throttling (cpu.max)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CFS Scheduler Model: Linux allocates CPU time over 100ms periods.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Quota Applied: --cpu 40 configures quota = 40,000 us per 100,000 us period.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Workload: test_cpu executes an intensive infinite compute loop for 3 wall-clock seconds.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Observed CPU Time: Clamped at 1.12 seconds CPU time (37.4% effective CPU).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Preemption Guarantee: Completely Fair Scheduler suspends task once quota is spent, protecting host cores.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572768"/>
            <a:ext cx="5084064" cy="73152"/>
          </a:xfrm>
          <a:prstGeom prst="round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719072"/>
            <a:ext cx="4718304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4F46E5"/>
                </a:solidFill>
              </a:defRPr>
            </a:pPr>
            <a:r>
              <a:t>Proportional Share Contest: 800 vs. 200 (cpu.weight)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Contest Design: Two concurrent containers pinned to CPU Core 0 via taskset -c 0.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Priority Configuration: Container A (weight 800 ~ 80%) vs. Container B (weight 200 ~ 20%).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Observed Execution Time: Container A: 2.78s CPU Time  |  Container B: 0.69s CPU Time.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Empirical Ratio: 2.78 / 0.69 = 4.02 : 1 execution ratio.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Validation: Matches the theoretical 4 : 1 weight ratio with 99.5% accuracy!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SECURITY CONTROLS  |  SLIDE 14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Security &amp; DoS Defense: Fork Bomb Mitigation (CO: 1 &amp; 3)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698480" cy="27432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572768"/>
            <a:ext cx="5084064" cy="73152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19072"/>
            <a:ext cx="4718304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D97706"/>
                </a:solidFill>
              </a:defRPr>
            </a:pPr>
            <a:r>
              <a:t>The Fork Bomb Vulnerability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Mechanism of Attack: A malicious process recursively calls fork() in an infinite loop.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Resource Depletion: Rapidly exhausts the operating system's Process Control Block (PCB) table.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System Consequence: Unconfined machines freeze entirely; administrators cannot launch terminals or kill tasks.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Relevance: Demonstrates operating system deadlock, starvation, and process resource exhaustion.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572768"/>
            <a:ext cx="5084064" cy="7315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719072"/>
            <a:ext cx="4718304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</a:defRPr>
            </a:pPr>
            <a:r>
              <a:t>Cgroups v2 Task Limiting (pids.max)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Hardware Defense: Setting pids.max = 10 caps total concurrent threads/processes.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Laboratory Stress Test: test_forkbomb attempts to spawn 50 processes.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Interception: Children 1 through 9 spawn successfully (10 total tasks including parent).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Rejection: 10th fork() blocked with errno 11 (EAGAIN: Resource temporarily unavailable).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</a:defRPr>
            </a:pPr>
            <a:r>
              <a:t>•  Host Stability: Host machine remained 100% responsive throughout the attack.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OBSERVED METRICS  |  SLIDE 15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Empirical Laboratory Benchmarks &amp; Observed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698480" cy="27432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1. Process Virtualization (CO: 1 &amp; 5)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• Container Process reports PID = 1; Parent PID = 0.</a:t>
            </a:r>
            <a:br/>
            <a:r>
              <a:t>• Host operating system processes (47 active) are completely hidden.</a:t>
            </a:r>
            <a:br/>
            <a:r>
              <a:t>• Hostname virtualized to 'isolated-box' without altering host.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12064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t>2. Memory Ceiling &amp; Demand Paging (CO: 4)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• Workload allocated 30MB of 60MB; terminated by SIGKILL (signal 9).</a:t>
            </a:r>
            <a:br/>
            <a:r>
              <a:t>• Kernel logged 7,705 Minor Page Faults, validating Demand Paging.</a:t>
            </a:r>
            <a:br/>
            <a:r>
              <a:t>• 1 Major Page Fault; Swap disabled to force immediate OOM protection.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77639"/>
            <a:ext cx="512064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r>
              <a:t>3. Proportional Fair-Share CPU Contest (CO: 2)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• Competing containers on CPU Core 0 with CFS weights 800 vs 200.</a:t>
            </a:r>
            <a:br/>
            <a:r>
              <a:t>• Container A CPU Time: 2.78s  |  Container B CPU Time: 0.69s.</a:t>
            </a:r>
            <a:br/>
            <a:r>
              <a:t>• Exact 4.02 : 1 execution ratio (matches theoretical 4:1 with 99.5% accuracy!).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77639"/>
            <a:ext cx="512064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4. Fork Bomb &amp; PCB Table Defense (CO: 1 &amp; 3)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• Stress test attempted to spawn 50 concurrent processes.</a:t>
            </a:r>
            <a:br/>
            <a:r>
              <a:t>• Cgroups pids.max = 10 capped execution; Children 1 - 9 spawned.</a:t>
            </a:r>
            <a:br/>
            <a:r>
              <a:t>• 10th fork() blocked with errno 11 (EAGAIN); host OS remained responsive.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931920" y="822960"/>
            <a:ext cx="4297680" cy="384048"/>
          </a:xfrm>
          <a:prstGeom prst="roundRect">
            <a:avLst/>
          </a:prstGeom>
          <a:solidFill>
            <a:srgbClr val="E0F2FE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284C7"/>
                </a:solidFill>
              </a:defRPr>
            </a:pPr>
            <a:r>
              <a:t>EVALUATION &amp; LIVE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</a:defRPr>
            </a:pPr>
            <a:r>
              <a:t>Interactive Project Demonstration</a:t>
            </a:r>
          </a:p>
          <a:p>
            <a:pPr algn="ctr">
              <a:spcBef>
                <a:spcPts val="800"/>
              </a:spcBef>
              <a:defRPr sz="1500">
                <a:solidFill>
                  <a:srgbClr val="475569"/>
                </a:solidFill>
              </a:defRPr>
            </a:pPr>
            <a:r>
              <a:t>Complete C99 Runtime Covering CO: 1 to CO: 5 with Master Interactive Menu and Real-Time Kernel Metrics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3017520"/>
            <a:ext cx="6336792" cy="1280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0284C7"/>
                </a:solidFill>
              </a:defRPr>
            </a:pPr>
            <a:r>
              <a:t>$ sudo bash interactive_menu.sh</a:t>
            </a:r>
          </a:p>
          <a:p>
            <a:pPr algn="ctr">
              <a:spcBef>
                <a:spcPts val="400"/>
              </a:spcBef>
              <a:defRPr sz="1200">
                <a:solidFill>
                  <a:srgbClr val="475569"/>
                </a:solidFill>
              </a:defRPr>
            </a:pPr>
            <a:r>
              <a:t>(Or double-click Run-MiniContainer.bat directly on your Windows Desktop)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10360152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</a:defRPr>
            </a:pPr>
            <a:r>
              <a:t>Project Team: Tharakesha M (24BCE2538) &amp; Mathu Metha S (24BCE2805)</a:t>
            </a:r>
          </a:p>
          <a:p>
            <a:pPr algn="ctr">
              <a:spcBef>
                <a:spcPts val="600"/>
              </a:spcBef>
              <a:defRPr sz="1400">
                <a:solidFill>
                  <a:srgbClr val="0284C7"/>
                </a:solidFill>
              </a:defRPr>
            </a:pPr>
            <a:r>
              <a:t>GitHub Repository: https://github.com/THARAKESHA/mini-container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