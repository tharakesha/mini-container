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731520"/>
            <a:ext cx="429768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OPERATING SYSTEMS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Mini-Container Runtime</a:t>
            </a:r>
          </a:p>
          <a:p>
            <a:pPr algn="ctr"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A Lightweight Linux Container Virtualization Engine Built from Scratch in C99</a:t>
            </a:r>
            <a:br/>
            <a:r>
              <a:t>Utilizing Linux Namespaces, Unified Cgroups v2, and VFS Sandboxing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291840"/>
            <a:ext cx="38404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TEAM MEMBER 1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Tharakesha M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Register No: 24BCE2538</a:t>
            </a:r>
            <a:br/>
            <a:r>
              <a:t>B.Tech Computer Science &amp; Engineering</a:t>
            </a:r>
            <a:br/>
            <a:r>
              <a:t>Core Developer (Namespaces &amp; Cgroups)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291840"/>
            <a:ext cx="38404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TEAM MEMBER 2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Mathu Metha 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Register No: 24BCE2805</a:t>
            </a:r>
            <a:br/>
            <a:r>
              <a:t>B.Tech Computer Science &amp; Engineering</a:t>
            </a:r>
            <a:br/>
            <a:r>
              <a:t>Core Developer (Concurrency &amp; Testing)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GitHub Repository: https://github.com/THARAKESHA/mini-container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PROBLEM STATEMENT &amp;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Motivation: OS Virtualization vs. Hardware Emulation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2743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18488"/>
            <a:ext cx="5084064" cy="914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4663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Traditional Virtual Machines (Hypervisors)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Virtualizes the physical hardware layer via a hypervisor (Type-1/2).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Requires a dedicated, redundant guest OS kernel per instance.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High memory footprint (1 - 4 GB) and slow boot latency (30 - 60s).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Incurs hardware emulation translation penalties and CPU traps.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Rigid, coarse-grained hardware resource partitioning.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1206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18488"/>
            <a:ext cx="5084064" cy="914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663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OS-Level Containers (mini-container in 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Shares the single underlying host Linux kernel with zero emulation.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Containers are regular OS processes wrapped in kernel-enforced limits.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Sub-second boot times (10-20ms) and minimal RAM overhead (~5MB).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Near-native bare-metal execution performance with hardware quotas.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Fine-grained dynamic control via modern Linux Cgroups v2.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0607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EFFICIENCY COMPARISON REPRESENTATION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Boot Latency: VM (45,000 ms) vs. Container (15 ms)  |  RAM Overhead: VM (~1500 MB) vs. Container (&lt; 5 MB)  |  CPU Overhead: ~0.1%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COURSE OUTCOMES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Syllabus Alignment: Complete CO 1 to CO 5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2743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3657600"/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 Outcome (CO)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Syllabus Topics Covered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Mechanism in C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CO: 1 OS Principles &amp;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System calls, User/Kernel modes, PCB, Process 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clone() with isolated stack, waitpid(), custom PCB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CO: 2 CPU Scheduling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CFS quotas, Preemption, Proportional Fair Share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cgroups cpu.max (40% quota) &amp; cpu.weight (4:1 contest)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CO: 3 Concurrency &amp; IPC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Synchronization primitives, Semaphores, Shared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POSIX sem_t (mutex, empty, full) &amp; mmap ring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CO: 4 Memory Management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Virtual memory, Demand paging, Page faults, OOM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cgroups memory.max, pgfault tracking (7,705 faults), SIGKILL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CO: 5 Virtualization &amp; Filesystems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Container virtualization, Mount propagation, VFS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Namespaces (PID, UTS, Mount, IPC), chroot(), private /proc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PROCESS LIFECYCLE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Execution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2743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18488"/>
            <a:ext cx="5084064" cy="9144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4663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</a:defRPr>
            </a:pPr>
            <a:r>
              <a:t>Coordinated Execution Pipeline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1. CLI Parsing: Processes flags (--memory 30M, --cpu 40, --pids 10).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2. Child Stack Allocation: 1MB isolated stack allocated via malloc().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3. POSIX Sync Pipe: pipe(sync_pipe) opened to eliminate race conditions.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4. clone() Syscall: Dispatches child with CLONE_NEW* namespace flags.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5. Cgroups Attachment: Parent writes child PID to cgroup.procs.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6. Controller Envelopes: Sets memory.max, cpu.max, and pids.max.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7. Handshake Signal: Parent writes trigger byte to unblock child.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8. Sandbox Execution: Child sets hostname, chroot(), execvp().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9. Post-Execution Accounting: Reads memory.stat, logs page faults.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18488"/>
            <a:ext cx="5084064" cy="914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663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</a:defRPr>
            </a:pPr>
            <a:r>
              <a:t>Architectural Safety Guarantees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Barrier Synchronization: The child process pauses on read(pipe[0]) until the parent confirms cgroup bounds are active.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Mount Privacy (MS_PRIVATE): Prevents container mounts (/proc, rootfs) from leaking into the host operating system.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Automated Resource Reclamation: Parent captures termination signals (OOM SIGKILL) via waitpid() and removes temporary cgroups.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Zero-Dependency Engineering: Built with pure C99 and native Linux system calls without third-party runtime frameworks.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KERNEL SUBSYSTEMS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Isolation Subsystems: The Three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2743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18488"/>
            <a:ext cx="3346704" cy="9144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</a:defRPr>
            </a:pPr>
            <a:r>
              <a:t>1. Namespaces (Visibility)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Controls what the process can SEE.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CLONE_NEWPID: Virtualizes process tree; child becomes PID 1; host tasks hidden.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CLONE_NEWUTS: Isolates nodename/hostname without altering host identity.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CLONE_NEWNS: Isolates Virtual File System (VFS) mount table.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CLONE_NEWIPC: Isolates POSIX and System V message queues &amp; semaphores.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07408" y="1618488"/>
            <a:ext cx="3346704" cy="914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01368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</a:defRPr>
            </a:pPr>
            <a:r>
              <a:t>2. Cgroups v2 (Resources)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Controls what the process can USE.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memory.max: Strict RAM ceiling; triggers kernel OOM Killer.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cpu.max: CFS scheduler bandwidth quota (e.g. 40% compute cap).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cpu.weight: Proportional fair-share scheduling (1 - 10000).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pids.max: Prevents process table saturation &amp; fork bombs.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18488"/>
            <a:ext cx="3346704" cy="914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01368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3. Rootfs Sandboxing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Controls where the process can TOUCH.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Alpine Linux Rootfs: Lightweight ~3.5MB container userland.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chroot(): Confines process inside container directory tree.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Private /proc: Pseudo-filesystem isolated to container PID 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Prevents traversal into host root filesystems.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CONCURRENCY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Classical Concurrency &amp; IPC Synchronization (CO: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2743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18488"/>
            <a:ext cx="5084064" cy="914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4663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Producer-Consumer with Semaphores (sem_t)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Classical Bounded-Buffer Concurrency Problem implemented inside the container sandbox.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Binary Semaphore (mutex): Initialized to 1; enforces mutual exclusion for the critical section.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Counting Semaphore (empty_slots): Initialized to buffer capacity (N = 5).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Counting Semaphore (full_slots): Initialized to 0 items available.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Shared Memory (mmap): Allocated via MAP_SHARED | MAP_ANONYMOUS across processes.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Result: All 10 operations exchanged with zero race conditions or buffer corruption.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18488"/>
            <a:ext cx="5084064" cy="9144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663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</a:defRPr>
            </a:pPr>
            <a:r>
              <a:t>Parent-Child IPC Pipe Synchronization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The Race Condition Hazard: Cloned child process could execute payload before parent attaches cgroups limits.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The POSIX Pipe Solution: Parent and child share a unidirectional sync_pipe[2].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Child Execution: Calls read(sync_pipe[0]) and immediately BLOCKS.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Parent Execution: Completes cgroup setup, then writes single trigger byte 'G'.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Unblocking: Child receives byte, closes pipe, and proceeds safely to execvp().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Ensures deterministic, race-free resource limits from microsecond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OBSERVED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Empirical Laboratory Benchmarks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2743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1. Process Virtualization (CO: 1 &amp; 5)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Container Process reports PID = 1; Parent PID = 0.</a:t>
            </a:r>
            <a:br/>
            <a:r>
              <a:t>• Host operating system processes (47 active) are completely hidden.</a:t>
            </a:r>
            <a:br/>
            <a:r>
              <a:t>• Hostname virtualized to 'isolated-box' without altering 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2. Memory Ceiling &amp; Demand Paging (CO: 4)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Workload allocated 30MB of 60MB; terminated by SIGKILL (signal 9).</a:t>
            </a:r>
            <a:br/>
            <a:r>
              <a:t>• Kernel logged 7,705 Minor Page Faults, validating Demand Paging.</a:t>
            </a:r>
            <a:br/>
            <a:r>
              <a:t>• 1 Major Page Fault; Swap disabled to force immediate OOM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3. Proportional Fair-Share CPU Contest (CO: 2)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Competing containers on CPU Core 0 with CFS weights 800 vs 200.</a:t>
            </a:r>
            <a:br/>
            <a:r>
              <a:t>• Container A CPU Time: 2.78s  |  Container B CPU Time: 0.69s.</a:t>
            </a:r>
            <a:br/>
            <a:r>
              <a:t>• Exact 4.02 : 1 execution ratio (matches theoretical 4:1 with 99.5% accuracy!).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4. Fork Bomb &amp; PCB Table Defense (CO: 1 &amp; 3)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Stress test attempted to spawn 50 concurrent processes.</a:t>
            </a:r>
            <a:br/>
            <a:r>
              <a:t>• Cgroups pids.max = 10 capped execution; Children 1 - 9 spawned.</a:t>
            </a:r>
            <a:br/>
            <a:r>
              <a:t>• 10th fork() blocked with errno 11 (EAGAIN); host OS remained responsive.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1005840"/>
            <a:ext cx="429768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EVALUATION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Interactive Project Demonstration</a:t>
            </a:r>
          </a:p>
          <a:p>
            <a:pPr algn="ctr">
              <a:spcBef>
                <a:spcPts val="800"/>
              </a:spcBef>
              <a:defRPr sz="1500">
                <a:solidFill>
                  <a:srgbClr val="475569"/>
                </a:solidFill>
              </a:defRPr>
            </a:pPr>
            <a:r>
              <a:t>Complete C99 Runtime Covering CO: 1 to CO: 5 with Master Interactive Menu and Real-Time Kernel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3200400"/>
            <a:ext cx="6336792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284C7"/>
                </a:solidFill>
              </a:defRPr>
            </a:pPr>
            <a:r>
              <a:t>$ sudo bash interactive_menu.sh</a:t>
            </a:r>
          </a:p>
          <a:p>
            <a:pPr algn="ctr"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(Or double-click Run-MiniContainer.bat directly on your Windows Desktop)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Project Team: Tharakesha M (24BCE2538) &amp; Mathu Metha S (24BCE2805)</a:t>
            </a:r>
          </a:p>
          <a:p>
            <a:pPr algn="ctr">
              <a:spcBef>
                <a:spcPts val="600"/>
              </a:spcBef>
              <a:defRPr sz="1400">
                <a:solidFill>
                  <a:srgbClr val="0284C7"/>
                </a:solidFill>
              </a:defRPr>
            </a:pPr>
            <a:r>
              <a:t>GitHub Repository: https://github.com/THARAKESHA/mini-container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